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4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AC966E-F4ED-4296-AB39-838B2A850E21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9910A8-156B-4156-8358-CA62F33A2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9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619D6C-8E9C-47F1-B852-51CC63B9B1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70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619D6C-8E9C-47F1-B852-51CC63B9B1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881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619D6C-8E9C-47F1-B852-51CC63B9B1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76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619D6C-8E9C-47F1-B852-51CC63B9B1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264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619D6C-8E9C-47F1-B852-51CC63B9B1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2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magnitude of selection as a function of temperature when DO is held at a constant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619D6C-8E9C-47F1-B852-51CC63B9B1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84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47817-DEFE-4398-BA5B-6F4F807A487F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5C6CB-51BF-4875-BC6F-6EA32D891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6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47817-DEFE-4398-BA5B-6F4F807A487F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5C6CB-51BF-4875-BC6F-6EA32D891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44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47817-DEFE-4398-BA5B-6F4F807A487F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5C6CB-51BF-4875-BC6F-6EA32D891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10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47817-DEFE-4398-BA5B-6F4F807A487F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5C6CB-51BF-4875-BC6F-6EA32D891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47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47817-DEFE-4398-BA5B-6F4F807A487F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5C6CB-51BF-4875-BC6F-6EA32D891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3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47817-DEFE-4398-BA5B-6F4F807A487F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5C6CB-51BF-4875-BC6F-6EA32D891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0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47817-DEFE-4398-BA5B-6F4F807A487F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5C6CB-51BF-4875-BC6F-6EA32D891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10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47817-DEFE-4398-BA5B-6F4F807A487F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5C6CB-51BF-4875-BC6F-6EA32D891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60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47817-DEFE-4398-BA5B-6F4F807A487F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5C6CB-51BF-4875-BC6F-6EA32D891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48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47817-DEFE-4398-BA5B-6F4F807A487F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5C6CB-51BF-4875-BC6F-6EA32D891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79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47817-DEFE-4398-BA5B-6F4F807A487F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5C6CB-51BF-4875-BC6F-6EA32D891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0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47817-DEFE-4398-BA5B-6F4F807A487F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5C6CB-51BF-4875-BC6F-6EA32D891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6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"/>
          <a:stretch/>
        </p:blipFill>
        <p:spPr>
          <a:xfrm>
            <a:off x="936297" y="1031358"/>
            <a:ext cx="10314432" cy="4788803"/>
          </a:xfrm>
        </p:spPr>
      </p:pic>
      <p:sp>
        <p:nvSpPr>
          <p:cNvPr id="2" name="Rectangle 1"/>
          <p:cNvSpPr/>
          <p:nvPr/>
        </p:nvSpPr>
        <p:spPr>
          <a:xfrm>
            <a:off x="4327451" y="1148316"/>
            <a:ext cx="5688419" cy="4671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0132828" y="2339163"/>
            <a:ext cx="1212112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4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"/>
          <a:stretch/>
        </p:blipFill>
        <p:spPr>
          <a:xfrm>
            <a:off x="936297" y="1031358"/>
            <a:ext cx="10314432" cy="4788803"/>
          </a:xfrm>
        </p:spPr>
      </p:pic>
      <p:sp>
        <p:nvSpPr>
          <p:cNvPr id="5" name="Rectangle 4"/>
          <p:cNvSpPr/>
          <p:nvPr/>
        </p:nvSpPr>
        <p:spPr>
          <a:xfrm>
            <a:off x="7049386" y="1148316"/>
            <a:ext cx="2966484" cy="4671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015870" y="3413051"/>
            <a:ext cx="1234859" cy="1020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217888" y="4603898"/>
            <a:ext cx="925033" cy="148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2438400" y="2124075"/>
            <a:ext cx="1695450" cy="3438525"/>
          </a:xfrm>
          <a:custGeom>
            <a:avLst/>
            <a:gdLst>
              <a:gd name="connsiteX0" fmla="*/ 0 w 3381153"/>
              <a:gd name="connsiteY0" fmla="*/ 2615609 h 2626242"/>
              <a:gd name="connsiteX1" fmla="*/ 3359888 w 3381153"/>
              <a:gd name="connsiteY1" fmla="*/ 0 h 2626242"/>
              <a:gd name="connsiteX2" fmla="*/ 3381153 w 3381153"/>
              <a:gd name="connsiteY2" fmla="*/ 2626242 h 2626242"/>
              <a:gd name="connsiteX3" fmla="*/ 0 w 3381153"/>
              <a:gd name="connsiteY3" fmla="*/ 2615609 h 262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1153" h="2626242">
                <a:moveTo>
                  <a:pt x="0" y="2615609"/>
                </a:moveTo>
                <a:lnTo>
                  <a:pt x="3359888" y="0"/>
                </a:lnTo>
                <a:lnTo>
                  <a:pt x="3381153" y="2626242"/>
                </a:lnTo>
                <a:lnTo>
                  <a:pt x="0" y="2615609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/>
          <p:cNvSpPr/>
          <p:nvPr/>
        </p:nvSpPr>
        <p:spPr>
          <a:xfrm rot="5400000">
            <a:off x="292761" y="2208104"/>
            <a:ext cx="3552601" cy="1433025"/>
          </a:xfrm>
          <a:prstGeom prst="rtTriangle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3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"/>
          <a:stretch/>
        </p:blipFill>
        <p:spPr>
          <a:xfrm>
            <a:off x="936297" y="1031358"/>
            <a:ext cx="10314432" cy="4788803"/>
          </a:xfrm>
        </p:spPr>
      </p:pic>
      <p:sp>
        <p:nvSpPr>
          <p:cNvPr id="3" name="Freeform 2"/>
          <p:cNvSpPr/>
          <p:nvPr/>
        </p:nvSpPr>
        <p:spPr>
          <a:xfrm>
            <a:off x="2438400" y="2124075"/>
            <a:ext cx="1695450" cy="3438525"/>
          </a:xfrm>
          <a:custGeom>
            <a:avLst/>
            <a:gdLst>
              <a:gd name="connsiteX0" fmla="*/ 0 w 3381153"/>
              <a:gd name="connsiteY0" fmla="*/ 2615609 h 2626242"/>
              <a:gd name="connsiteX1" fmla="*/ 3359888 w 3381153"/>
              <a:gd name="connsiteY1" fmla="*/ 0 h 2626242"/>
              <a:gd name="connsiteX2" fmla="*/ 3381153 w 3381153"/>
              <a:gd name="connsiteY2" fmla="*/ 2626242 h 2626242"/>
              <a:gd name="connsiteX3" fmla="*/ 0 w 3381153"/>
              <a:gd name="connsiteY3" fmla="*/ 2615609 h 262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1153" h="2626242">
                <a:moveTo>
                  <a:pt x="0" y="2615609"/>
                </a:moveTo>
                <a:lnTo>
                  <a:pt x="3359888" y="0"/>
                </a:lnTo>
                <a:lnTo>
                  <a:pt x="3381153" y="2626242"/>
                </a:lnTo>
                <a:lnTo>
                  <a:pt x="0" y="2615609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5400000">
            <a:off x="292761" y="2208104"/>
            <a:ext cx="3552601" cy="1433025"/>
          </a:xfrm>
          <a:prstGeom prst="rtTriangle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9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601" y="351162"/>
            <a:ext cx="4883835" cy="27142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601" y="3534498"/>
            <a:ext cx="4883835" cy="271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5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" b="1"/>
          <a:stretch/>
        </p:blipFill>
        <p:spPr>
          <a:xfrm>
            <a:off x="941561" y="1042737"/>
            <a:ext cx="10317141" cy="4781300"/>
          </a:xfrm>
        </p:spPr>
      </p:pic>
      <p:sp>
        <p:nvSpPr>
          <p:cNvPr id="5" name="Rectangle 4"/>
          <p:cNvSpPr/>
          <p:nvPr/>
        </p:nvSpPr>
        <p:spPr>
          <a:xfrm>
            <a:off x="4327451" y="1148316"/>
            <a:ext cx="5688419" cy="4671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132828" y="2339163"/>
            <a:ext cx="1212112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2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" b="1"/>
          <a:stretch/>
        </p:blipFill>
        <p:spPr>
          <a:xfrm>
            <a:off x="941561" y="1042737"/>
            <a:ext cx="10317141" cy="4781300"/>
          </a:xfrm>
        </p:spPr>
      </p:pic>
      <p:sp>
        <p:nvSpPr>
          <p:cNvPr id="3" name="Rectangle 2"/>
          <p:cNvSpPr/>
          <p:nvPr/>
        </p:nvSpPr>
        <p:spPr>
          <a:xfrm>
            <a:off x="7187609" y="1148316"/>
            <a:ext cx="2828261" cy="4671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0136225" y="3349256"/>
            <a:ext cx="1006695" cy="11376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28521" y="4614530"/>
            <a:ext cx="914399" cy="116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1945979" y="1967799"/>
            <a:ext cx="2118606" cy="3442401"/>
          </a:xfrm>
          <a:custGeom>
            <a:avLst/>
            <a:gdLst>
              <a:gd name="connsiteX0" fmla="*/ 0 w 3381153"/>
              <a:gd name="connsiteY0" fmla="*/ 2615609 h 2626242"/>
              <a:gd name="connsiteX1" fmla="*/ 3359888 w 3381153"/>
              <a:gd name="connsiteY1" fmla="*/ 0 h 2626242"/>
              <a:gd name="connsiteX2" fmla="*/ 3381153 w 3381153"/>
              <a:gd name="connsiteY2" fmla="*/ 2626242 h 2626242"/>
              <a:gd name="connsiteX3" fmla="*/ 0 w 3381153"/>
              <a:gd name="connsiteY3" fmla="*/ 2615609 h 262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1153" h="2626242">
                <a:moveTo>
                  <a:pt x="0" y="2615609"/>
                </a:moveTo>
                <a:lnTo>
                  <a:pt x="3359888" y="0"/>
                </a:lnTo>
                <a:lnTo>
                  <a:pt x="3381153" y="2626242"/>
                </a:lnTo>
                <a:lnTo>
                  <a:pt x="0" y="2615609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 rot="5400000">
            <a:off x="540325" y="1947588"/>
            <a:ext cx="3583171" cy="1984627"/>
          </a:xfrm>
          <a:prstGeom prst="rtTriangle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8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" b="1"/>
          <a:stretch/>
        </p:blipFill>
        <p:spPr>
          <a:xfrm>
            <a:off x="941561" y="1042737"/>
            <a:ext cx="10317141" cy="4781300"/>
          </a:xfrm>
        </p:spPr>
      </p:pic>
      <p:sp>
        <p:nvSpPr>
          <p:cNvPr id="3" name="Freeform 2"/>
          <p:cNvSpPr/>
          <p:nvPr/>
        </p:nvSpPr>
        <p:spPr>
          <a:xfrm>
            <a:off x="1945979" y="1967799"/>
            <a:ext cx="2118606" cy="3442401"/>
          </a:xfrm>
          <a:custGeom>
            <a:avLst/>
            <a:gdLst>
              <a:gd name="connsiteX0" fmla="*/ 0 w 3381153"/>
              <a:gd name="connsiteY0" fmla="*/ 2615609 h 2626242"/>
              <a:gd name="connsiteX1" fmla="*/ 3359888 w 3381153"/>
              <a:gd name="connsiteY1" fmla="*/ 0 h 2626242"/>
              <a:gd name="connsiteX2" fmla="*/ 3381153 w 3381153"/>
              <a:gd name="connsiteY2" fmla="*/ 2626242 h 2626242"/>
              <a:gd name="connsiteX3" fmla="*/ 0 w 3381153"/>
              <a:gd name="connsiteY3" fmla="*/ 2615609 h 262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1153" h="2626242">
                <a:moveTo>
                  <a:pt x="0" y="2615609"/>
                </a:moveTo>
                <a:lnTo>
                  <a:pt x="3359888" y="0"/>
                </a:lnTo>
                <a:lnTo>
                  <a:pt x="3381153" y="2626242"/>
                </a:lnTo>
                <a:lnTo>
                  <a:pt x="0" y="2615609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5400000">
            <a:off x="540325" y="1947588"/>
            <a:ext cx="3583171" cy="1984627"/>
          </a:xfrm>
          <a:prstGeom prst="rtTriangle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8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122" y="236739"/>
            <a:ext cx="5043633" cy="28030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584" y="3386882"/>
            <a:ext cx="5043633" cy="280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</Words>
  <Application>Microsoft Office PowerPoint</Application>
  <PresentationFormat>Widescreen</PresentationFormat>
  <Paragraphs>7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Oregon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Barrett, Hannah</dc:creator>
  <cp:lastModifiedBy>Barrett, Hannah</cp:lastModifiedBy>
  <cp:revision>2</cp:revision>
  <dcterms:created xsi:type="dcterms:W3CDTF">2023-02-27T17:19:36Z</dcterms:created>
  <dcterms:modified xsi:type="dcterms:W3CDTF">2023-02-27T17:23:35Z</dcterms:modified>
</cp:coreProperties>
</file>