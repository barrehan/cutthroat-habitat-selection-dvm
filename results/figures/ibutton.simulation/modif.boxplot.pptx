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0B4B-2263-40ED-9609-E07096205E49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B6A8-3929-4491-9AF0-FF29D46D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37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0B4B-2263-40ED-9609-E07096205E49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B6A8-3929-4491-9AF0-FF29D46D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22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0B4B-2263-40ED-9609-E07096205E49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B6A8-3929-4491-9AF0-FF29D46D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16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0B4B-2263-40ED-9609-E07096205E49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B6A8-3929-4491-9AF0-FF29D46D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0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0B4B-2263-40ED-9609-E07096205E49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B6A8-3929-4491-9AF0-FF29D46D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1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0B4B-2263-40ED-9609-E07096205E49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B6A8-3929-4491-9AF0-FF29D46D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69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0B4B-2263-40ED-9609-E07096205E49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B6A8-3929-4491-9AF0-FF29D46D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49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0B4B-2263-40ED-9609-E07096205E49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B6A8-3929-4491-9AF0-FF29D46D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604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0B4B-2263-40ED-9609-E07096205E49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B6A8-3929-4491-9AF0-FF29D46D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52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0B4B-2263-40ED-9609-E07096205E49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B6A8-3929-4491-9AF0-FF29D46D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950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00B4B-2263-40ED-9609-E07096205E49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B6A8-3929-4491-9AF0-FF29D46D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5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00B4B-2263-40ED-9609-E07096205E49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0B6A8-3929-4491-9AF0-FF29D46D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6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30033" y="5968968"/>
            <a:ext cx="91242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Norwood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60602" y="5968969"/>
            <a:ext cx="96853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Blue Ruin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083" y="354731"/>
            <a:ext cx="5977781" cy="561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5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Oregon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Barrett, Hannah</dc:creator>
  <cp:lastModifiedBy>Barrett, Hannah</cp:lastModifiedBy>
  <cp:revision>6</cp:revision>
  <dcterms:created xsi:type="dcterms:W3CDTF">2023-11-15T21:21:07Z</dcterms:created>
  <dcterms:modified xsi:type="dcterms:W3CDTF">2024-01-29T19:36:28Z</dcterms:modified>
</cp:coreProperties>
</file>