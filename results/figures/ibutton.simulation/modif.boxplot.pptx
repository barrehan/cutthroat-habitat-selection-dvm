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0" autoAdjust="0"/>
    <p:restoredTop sz="94660"/>
  </p:normalViewPr>
  <p:slideViewPr>
    <p:cSldViewPr snapToGrid="0">
      <p:cViewPr varScale="1">
        <p:scale>
          <a:sx n="71" d="100"/>
          <a:sy n="71" d="100"/>
        </p:scale>
        <p:origin x="41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00B4B-2263-40ED-9609-E07096205E49}" type="datetimeFigureOut">
              <a:rPr lang="en-US" smtClean="0"/>
              <a:t>10/29/2025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0B6A8-3929-4491-9AF0-FF29D46D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7375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00B4B-2263-40ED-9609-E07096205E49}" type="datetimeFigureOut">
              <a:rPr lang="en-US" smtClean="0"/>
              <a:t>10/29/2025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0B6A8-3929-4491-9AF0-FF29D46D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5227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00B4B-2263-40ED-9609-E07096205E49}" type="datetimeFigureOut">
              <a:rPr lang="en-US" smtClean="0"/>
              <a:t>10/29/2025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0B6A8-3929-4491-9AF0-FF29D46D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60160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00B4B-2263-40ED-9609-E07096205E49}" type="datetimeFigureOut">
              <a:rPr lang="en-US" smtClean="0"/>
              <a:t>10/29/2025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0B6A8-3929-4491-9AF0-FF29D46D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53018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00B4B-2263-40ED-9609-E07096205E49}" type="datetimeFigureOut">
              <a:rPr lang="en-US" smtClean="0"/>
              <a:t>10/29/2025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0B6A8-3929-4491-9AF0-FF29D46D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98173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00B4B-2263-40ED-9609-E07096205E49}" type="datetimeFigureOut">
              <a:rPr lang="en-US" smtClean="0"/>
              <a:t>10/29/2025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0B6A8-3929-4491-9AF0-FF29D46D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698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00B4B-2263-40ED-9609-E07096205E49}" type="datetimeFigureOut">
              <a:rPr lang="en-US" smtClean="0"/>
              <a:t>10/29/2025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0B6A8-3929-4491-9AF0-FF29D46D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69498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00B4B-2263-40ED-9609-E07096205E49}" type="datetimeFigureOut">
              <a:rPr lang="en-US" smtClean="0"/>
              <a:t>10/29/2025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0B6A8-3929-4491-9AF0-FF29D46D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76044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00B4B-2263-40ED-9609-E07096205E49}" type="datetimeFigureOut">
              <a:rPr lang="en-US" smtClean="0"/>
              <a:t>10/29/2025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0B6A8-3929-4491-9AF0-FF29D46D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4952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00B4B-2263-40ED-9609-E07096205E49}" type="datetimeFigureOut">
              <a:rPr lang="en-US" smtClean="0"/>
              <a:t>10/29/2025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0B6A8-3929-4491-9AF0-FF29D46D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9509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00B4B-2263-40ED-9609-E07096205E49}" type="datetimeFigureOut">
              <a:rPr lang="en-US" smtClean="0"/>
              <a:t>10/29/2025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0B6A8-3929-4491-9AF0-FF29D46D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2559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700B4B-2263-40ED-9609-E07096205E49}" type="datetimeFigureOut">
              <a:rPr lang="en-US" smtClean="0"/>
              <a:t>10/29/2025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0B6A8-3929-4491-9AF0-FF29D46D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9625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graph&#10;&#10;AI-generated content may be incorrect.">
            <a:extLst>
              <a:ext uri="{FF2B5EF4-FFF2-40B4-BE49-F238E27FC236}">
                <a16:creationId xmlns:a16="http://schemas.microsoft.com/office/drawing/2014/main" id="{F59EE591-2BBB-311F-56EE-046AF0C3187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477013" cy="3599695"/>
          </a:xfrm>
          <a:prstGeom prst="rect">
            <a:avLst/>
          </a:prstGeom>
        </p:spPr>
      </p:pic>
      <p:pic>
        <p:nvPicPr>
          <p:cNvPr id="5" name="Picture 4" descr="A screenshot of a graph&#10;&#10;AI-generated content may be incorrect.">
            <a:extLst>
              <a:ext uri="{FF2B5EF4-FFF2-40B4-BE49-F238E27FC236}">
                <a16:creationId xmlns:a16="http://schemas.microsoft.com/office/drawing/2014/main" id="{772D26D1-92D8-B1E2-EAF1-F435788DC04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2" y="3429000"/>
            <a:ext cx="6477013" cy="3599695"/>
          </a:xfrm>
          <a:prstGeom prst="rect">
            <a:avLst/>
          </a:prstGeom>
        </p:spPr>
      </p:pic>
      <p:pic>
        <p:nvPicPr>
          <p:cNvPr id="7" name="Picture 6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73CC548B-D56F-1A2A-C659-EEE42289304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7013" y="3428095"/>
            <a:ext cx="4678690" cy="3236983"/>
          </a:xfrm>
          <a:prstGeom prst="rect">
            <a:avLst/>
          </a:prstGeom>
        </p:spPr>
      </p:pic>
      <p:pic>
        <p:nvPicPr>
          <p:cNvPr id="9" name="Picture 8" descr="A graph of a wave&#10;&#10;AI-generated content may be incorrect.">
            <a:extLst>
              <a:ext uri="{FF2B5EF4-FFF2-40B4-BE49-F238E27FC236}">
                <a16:creationId xmlns:a16="http://schemas.microsoft.com/office/drawing/2014/main" id="{11B1873E-BA0F-9842-0B74-CA6C41D663B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7013" y="0"/>
            <a:ext cx="4678690" cy="323698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DADA819-055B-E486-DC0A-ADDB039F01EC}"/>
              </a:ext>
            </a:extLst>
          </p:cNvPr>
          <p:cNvSpPr txBox="1"/>
          <p:nvPr/>
        </p:nvSpPr>
        <p:spPr>
          <a:xfrm>
            <a:off x="44822" y="-69912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EDE7D2B-5AA4-B790-01A5-A395CFF1E7ED}"/>
              </a:ext>
            </a:extLst>
          </p:cNvPr>
          <p:cNvSpPr txBox="1"/>
          <p:nvPr/>
        </p:nvSpPr>
        <p:spPr>
          <a:xfrm>
            <a:off x="6529570" y="-79779"/>
            <a:ext cx="3273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957D35E-0E4A-E61E-A76D-9B0C9B66328E}"/>
              </a:ext>
            </a:extLst>
          </p:cNvPr>
          <p:cNvSpPr txBox="1"/>
          <p:nvPr/>
        </p:nvSpPr>
        <p:spPr>
          <a:xfrm>
            <a:off x="59248" y="3370500"/>
            <a:ext cx="2984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79FD7EE-4DDD-0BB2-AFCC-4BDCD304245B}"/>
              </a:ext>
            </a:extLst>
          </p:cNvPr>
          <p:cNvSpPr txBox="1"/>
          <p:nvPr/>
        </p:nvSpPr>
        <p:spPr>
          <a:xfrm>
            <a:off x="6534305" y="3359956"/>
            <a:ext cx="3273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8169258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630033" y="5968968"/>
            <a:ext cx="91242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Norwood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60602" y="5968969"/>
            <a:ext cx="96853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Blue Ruin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6083" y="354731"/>
            <a:ext cx="5977781" cy="5613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58533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7</Words>
  <Application>Microsoft Office PowerPoint</Application>
  <PresentationFormat>Widescreen</PresentationFormat>
  <Paragraphs>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</vt:vector>
  </TitlesOfParts>
  <Company>Oregon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Barrett, Hannah</dc:creator>
  <cp:lastModifiedBy>Barrett, Hannah</cp:lastModifiedBy>
  <cp:revision>7</cp:revision>
  <dcterms:created xsi:type="dcterms:W3CDTF">2023-11-15T21:21:07Z</dcterms:created>
  <dcterms:modified xsi:type="dcterms:W3CDTF">2025-10-29T14:12:00Z</dcterms:modified>
</cp:coreProperties>
</file>