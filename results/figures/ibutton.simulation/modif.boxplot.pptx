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 varScale="1">
        <p:scale>
          <a:sx n="76" d="100"/>
          <a:sy n="76" d="100"/>
        </p:scale>
        <p:origin x="58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737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22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16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301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17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69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949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04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952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50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255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00B4B-2263-40ED-9609-E07096205E49}" type="datetimeFigureOut">
              <a:rPr lang="en-US" smtClean="0"/>
              <a:t>11/15/2023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0B6A8-3929-4491-9AF0-FF29D46D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962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35499" y="981686"/>
            <a:ext cx="9144000" cy="2387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35499" y="3461361"/>
            <a:ext cx="9144000" cy="165576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769994" y="4466732"/>
            <a:ext cx="91242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Norwood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70948" y="4466733"/>
            <a:ext cx="9685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Blue Ruin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 flipV="1">
            <a:off x="6170630" y="4636574"/>
            <a:ext cx="1051560" cy="602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8098084" y="4640864"/>
            <a:ext cx="1051560" cy="1128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2939" y="943144"/>
            <a:ext cx="7770291" cy="3565192"/>
          </a:xfrm>
          <a:prstGeom prst="rect">
            <a:avLst/>
          </a:prstGeom>
        </p:spPr>
      </p:pic>
      <p:cxnSp>
        <p:nvCxnSpPr>
          <p:cNvPr id="43" name="Straight Connector 42"/>
          <p:cNvCxnSpPr/>
          <p:nvPr/>
        </p:nvCxnSpPr>
        <p:spPr>
          <a:xfrm flipV="1">
            <a:off x="2747641" y="4635085"/>
            <a:ext cx="1060704" cy="602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653216" y="4627186"/>
            <a:ext cx="1069848" cy="1128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853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Barrett, Hannah</dc:creator>
  <cp:lastModifiedBy>Barrett, Hannah</cp:lastModifiedBy>
  <cp:revision>5</cp:revision>
  <dcterms:created xsi:type="dcterms:W3CDTF">2023-11-15T21:21:07Z</dcterms:created>
  <dcterms:modified xsi:type="dcterms:W3CDTF">2023-11-15T22:01:32Z</dcterms:modified>
</cp:coreProperties>
</file>