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0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485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894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006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534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903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833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121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169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837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60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951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A4368-9A9D-4C78-BCCC-9984E7E3E5A4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622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7A4368-9A9D-4C78-BCCC-9984E7E3E5A4}" type="datetimeFigureOut">
              <a:rPr lang="en-US" smtClean="0"/>
              <a:t>12/13/2022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0CB29-F3C3-455A-AE52-90AE4E6FFE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64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4581" y="284078"/>
            <a:ext cx="10616213" cy="6369728"/>
          </a:xfrm>
          <a:prstGeom prst="rect">
            <a:avLst/>
          </a:prstGeom>
        </p:spPr>
      </p:pic>
      <p:sp>
        <p:nvSpPr>
          <p:cNvPr id="6" name="Left Brace 5"/>
          <p:cNvSpPr/>
          <p:nvPr/>
        </p:nvSpPr>
        <p:spPr>
          <a:xfrm>
            <a:off x="1261367" y="932148"/>
            <a:ext cx="292964" cy="2911876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/>
          <p:cNvSpPr/>
          <p:nvPr/>
        </p:nvSpPr>
        <p:spPr>
          <a:xfrm>
            <a:off x="1243615" y="4076324"/>
            <a:ext cx="292964" cy="1924975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4965" y="2249586"/>
            <a:ext cx="11597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℃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8108" y="4807978"/>
            <a:ext cx="1141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Dissolved oxygen mg/L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45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503" y="878890"/>
            <a:ext cx="10236954" cy="5395728"/>
          </a:xfrm>
        </p:spPr>
      </p:pic>
      <p:sp>
        <p:nvSpPr>
          <p:cNvPr id="6" name="Left Brace 5"/>
          <p:cNvSpPr/>
          <p:nvPr/>
        </p:nvSpPr>
        <p:spPr>
          <a:xfrm>
            <a:off x="1318674" y="1707463"/>
            <a:ext cx="332667" cy="2334827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/>
          <p:cNvSpPr/>
          <p:nvPr/>
        </p:nvSpPr>
        <p:spPr>
          <a:xfrm>
            <a:off x="1369967" y="4352047"/>
            <a:ext cx="230079" cy="1376035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89609" y="2718620"/>
            <a:ext cx="1311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℃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6758" y="4809233"/>
            <a:ext cx="1141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Dissolved oxygen mg/L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2222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</vt:vector>
  </TitlesOfParts>
  <Company>Oregon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Barrett, Hannah</dc:creator>
  <cp:lastModifiedBy>Barrett, Hannah</cp:lastModifiedBy>
  <cp:revision>2</cp:revision>
  <dcterms:created xsi:type="dcterms:W3CDTF">2022-11-17T01:12:46Z</dcterms:created>
  <dcterms:modified xsi:type="dcterms:W3CDTF">2022-12-13T22:40:48Z</dcterms:modified>
</cp:coreProperties>
</file>