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485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9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0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34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03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833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21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6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37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0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5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22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A4368-9A9D-4C78-BCCC-9984E7E3E5A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46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581" y="284078"/>
            <a:ext cx="10616213" cy="6369728"/>
          </a:xfrm>
          <a:prstGeom prst="rect">
            <a:avLst/>
          </a:prstGeom>
        </p:spPr>
      </p:pic>
      <p:sp>
        <p:nvSpPr>
          <p:cNvPr id="6" name="Left Brace 5"/>
          <p:cNvSpPr/>
          <p:nvPr/>
        </p:nvSpPr>
        <p:spPr>
          <a:xfrm>
            <a:off x="1261367" y="932148"/>
            <a:ext cx="292964" cy="2911876"/>
          </a:xfrm>
          <a:prstGeom prst="lef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/>
          <p:cNvSpPr/>
          <p:nvPr/>
        </p:nvSpPr>
        <p:spPr>
          <a:xfrm>
            <a:off x="1243615" y="4076324"/>
            <a:ext cx="292964" cy="1924975"/>
          </a:xfrm>
          <a:prstGeom prst="lef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4965" y="2249586"/>
            <a:ext cx="11597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℃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8108" y="4807978"/>
            <a:ext cx="1141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Dissolved oxygen mg/L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45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>Oregon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Barrett, Hannah</dc:creator>
  <cp:lastModifiedBy>Barrett, Hannah</cp:lastModifiedBy>
  <cp:revision>1</cp:revision>
  <dcterms:created xsi:type="dcterms:W3CDTF">2022-11-17T01:12:46Z</dcterms:created>
  <dcterms:modified xsi:type="dcterms:W3CDTF">2022-11-17T01:15:10Z</dcterms:modified>
</cp:coreProperties>
</file>