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9512"/>
    <a:srgbClr val="D8D2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0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76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894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006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534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903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833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121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169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837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60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951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622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7A4368-9A9D-4C78-BCCC-9984E7E3E5A4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4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5873" y="602734"/>
            <a:ext cx="10816127" cy="5849342"/>
          </a:xfrm>
          <a:prstGeom prst="rect">
            <a:avLst/>
          </a:prstGeom>
        </p:spPr>
      </p:pic>
      <p:sp>
        <p:nvSpPr>
          <p:cNvPr id="6" name="Left Brace 5"/>
          <p:cNvSpPr/>
          <p:nvPr/>
        </p:nvSpPr>
        <p:spPr>
          <a:xfrm>
            <a:off x="1475919" y="955230"/>
            <a:ext cx="292964" cy="2911876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/>
          <p:cNvSpPr/>
          <p:nvPr/>
        </p:nvSpPr>
        <p:spPr>
          <a:xfrm>
            <a:off x="1468386" y="4144834"/>
            <a:ext cx="292964" cy="1689476"/>
          </a:xfrm>
          <a:prstGeom prst="leftBrace">
            <a:avLst/>
          </a:prstGeom>
          <a:noFill/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3135" y="2240961"/>
            <a:ext cx="15130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802" y="4819623"/>
            <a:ext cx="134136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(</a:t>
            </a:r>
            <a:r>
              <a:rPr lang="en-US" sz="15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mg L</a:t>
            </a:r>
            <a:r>
              <a:rPr lang="en-US" sz="1500" baseline="30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-1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500" baseline="300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45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965" y="624741"/>
            <a:ext cx="10600387" cy="5824101"/>
          </a:xfrm>
          <a:prstGeom prst="rect">
            <a:avLst/>
          </a:prstGeom>
        </p:spPr>
      </p:pic>
      <p:sp>
        <p:nvSpPr>
          <p:cNvPr id="6" name="Left Brace 5"/>
          <p:cNvSpPr/>
          <p:nvPr/>
        </p:nvSpPr>
        <p:spPr>
          <a:xfrm>
            <a:off x="1475919" y="955230"/>
            <a:ext cx="292964" cy="2911876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/>
          <p:cNvSpPr/>
          <p:nvPr/>
        </p:nvSpPr>
        <p:spPr>
          <a:xfrm>
            <a:off x="1468386" y="4144834"/>
            <a:ext cx="292964" cy="1689476"/>
          </a:xfrm>
          <a:prstGeom prst="leftBrace">
            <a:avLst/>
          </a:prstGeom>
          <a:noFill/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0578" y="2240959"/>
            <a:ext cx="15242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804" y="4819620"/>
            <a:ext cx="131984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(</a:t>
            </a:r>
            <a:r>
              <a:rPr lang="en-US" sz="15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mg L</a:t>
            </a:r>
            <a:r>
              <a:rPr lang="en-US" sz="1500" baseline="30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-1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500" baseline="300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2807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4A7C5AE-A890-D84D-E6F3-A69F901580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9087" y="1825625"/>
            <a:ext cx="5593825" cy="4351338"/>
          </a:xfrm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979E4264-031A-CE1D-F9EE-856FC2F277E7}"/>
              </a:ext>
            </a:extLst>
          </p:cNvPr>
          <p:cNvSpPr txBox="1"/>
          <p:nvPr/>
        </p:nvSpPr>
        <p:spPr>
          <a:xfrm>
            <a:off x="4464399" y="1670503"/>
            <a:ext cx="739140" cy="26670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>
              <a:lnSpc>
                <a:spcPct val="107000"/>
              </a:lnSpc>
              <a:spcAft>
                <a:spcPts val="800"/>
              </a:spcAft>
            </a:pPr>
            <a:r>
              <a:rPr lang="en-US" sz="12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DO-min</a:t>
            </a:r>
          </a:p>
        </p:txBody>
      </p:sp>
      <p:sp>
        <p:nvSpPr>
          <p:cNvPr id="7" name="Text Box 9">
            <a:extLst>
              <a:ext uri="{FF2B5EF4-FFF2-40B4-BE49-F238E27FC236}">
                <a16:creationId xmlns:a16="http://schemas.microsoft.com/office/drawing/2014/main" id="{B2B44F53-EEEE-51B5-5E6C-3C1489DF4EBB}"/>
              </a:ext>
            </a:extLst>
          </p:cNvPr>
          <p:cNvSpPr txBox="1"/>
          <p:nvPr/>
        </p:nvSpPr>
        <p:spPr>
          <a:xfrm>
            <a:off x="6216285" y="1673221"/>
            <a:ext cx="957399" cy="296636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>
              <a:lnSpc>
                <a:spcPct val="107000"/>
              </a:lnSpc>
              <a:spcAft>
                <a:spcPts val="800"/>
              </a:spcAft>
            </a:pPr>
            <a:r>
              <a:rPr lang="en-US" sz="12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Temp-max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9662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20</Words>
  <Application>Microsoft Office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>Oregon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Barrett, Hannah</dc:creator>
  <cp:lastModifiedBy>Barrett, Hannah</cp:lastModifiedBy>
  <cp:revision>9</cp:revision>
  <dcterms:created xsi:type="dcterms:W3CDTF">2022-11-17T01:12:46Z</dcterms:created>
  <dcterms:modified xsi:type="dcterms:W3CDTF">2025-06-24T22:42:01Z</dcterms:modified>
</cp:coreProperties>
</file>