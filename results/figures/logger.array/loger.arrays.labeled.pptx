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 showGuides="1">
      <p:cViewPr>
        <p:scale>
          <a:sx n="112" d="100"/>
          <a:sy n="112" d="100"/>
        </p:scale>
        <p:origin x="46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0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3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0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3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2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6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3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5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2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A4368-9A9D-4C78-BCCC-9984E7E3E5A4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0CB29-F3C3-455A-AE52-90AE4E6FF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4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873" y="602734"/>
            <a:ext cx="10816127" cy="5849342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>
            <a:off x="1475919" y="955230"/>
            <a:ext cx="292964" cy="291187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1468386" y="4144834"/>
            <a:ext cx="292964" cy="1689476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0960" y="2249585"/>
            <a:ext cx="13959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℃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860" y="4690230"/>
            <a:ext cx="13201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Dissolved oxygen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mg/L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4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965" y="624741"/>
            <a:ext cx="10600387" cy="5824101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>
            <a:off x="1475919" y="955230"/>
            <a:ext cx="292964" cy="291187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1468386" y="4144834"/>
            <a:ext cx="292964" cy="1689476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0960" y="2249585"/>
            <a:ext cx="13959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℃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860" y="4690230"/>
            <a:ext cx="13201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Dissolved oxygen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mg/L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80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>Oregon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Barrett, Hannah</dc:creator>
  <cp:lastModifiedBy>Barrett, Hannah</cp:lastModifiedBy>
  <cp:revision>4</cp:revision>
  <dcterms:created xsi:type="dcterms:W3CDTF">2022-11-17T01:12:46Z</dcterms:created>
  <dcterms:modified xsi:type="dcterms:W3CDTF">2023-09-22T19:24:37Z</dcterms:modified>
</cp:coreProperties>
</file>