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9512"/>
    <a:srgbClr val="D8D2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 showGuides="1">
      <p:cViewPr>
        <p:scale>
          <a:sx n="400" d="100"/>
          <a:sy n="400" d="100"/>
        </p:scale>
        <p:origin x="-11189" y="-1193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9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06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34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03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33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21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69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837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0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95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22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7A4368-9A9D-4C78-BCCC-9984E7E3E5A4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4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5873" y="602734"/>
            <a:ext cx="10816127" cy="5849342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475919" y="955230"/>
            <a:ext cx="292964" cy="2911876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468386" y="4144834"/>
            <a:ext cx="292964" cy="1689476"/>
          </a:xfrm>
          <a:prstGeom prst="leftBrace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0960" y="2249585"/>
            <a:ext cx="139596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5860" y="4690230"/>
            <a:ext cx="132013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 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45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65" y="624741"/>
            <a:ext cx="10600387" cy="5824101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475919" y="955230"/>
            <a:ext cx="292964" cy="2911876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468386" y="4144834"/>
            <a:ext cx="292964" cy="1689476"/>
          </a:xfrm>
          <a:prstGeom prst="leftBrace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0960" y="2249585"/>
            <a:ext cx="139596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5860" y="4690230"/>
            <a:ext cx="132013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 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807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028" y="1918417"/>
            <a:ext cx="6743271" cy="4215882"/>
          </a:xfrm>
        </p:spPr>
      </p:pic>
      <p:sp>
        <p:nvSpPr>
          <p:cNvPr id="5" name="Rectangle 4"/>
          <p:cNvSpPr/>
          <p:nvPr/>
        </p:nvSpPr>
        <p:spPr>
          <a:xfrm>
            <a:off x="4044696" y="1988312"/>
            <a:ext cx="687324" cy="35742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135116" y="1988312"/>
            <a:ext cx="687324" cy="3574288"/>
          </a:xfrm>
          <a:prstGeom prst="rect">
            <a:avLst/>
          </a:prstGeom>
          <a:solidFill>
            <a:srgbClr val="EE951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24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Barrett, Hannah</dc:creator>
  <cp:lastModifiedBy>Barrett, Hannah</cp:lastModifiedBy>
  <cp:revision>5</cp:revision>
  <dcterms:created xsi:type="dcterms:W3CDTF">2022-11-17T01:12:46Z</dcterms:created>
  <dcterms:modified xsi:type="dcterms:W3CDTF">2023-11-09T00:13:31Z</dcterms:modified>
</cp:coreProperties>
</file>