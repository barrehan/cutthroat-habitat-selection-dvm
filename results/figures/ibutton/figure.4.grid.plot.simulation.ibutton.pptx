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25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0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91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2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5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00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02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34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2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10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63CEE-B982-43CA-AA6C-4E383AFD3DD1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1A52B-FB49-4377-A7CA-DD8D89591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62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944" y="291678"/>
            <a:ext cx="4823265" cy="32048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624" y="229835"/>
            <a:ext cx="5158320" cy="32666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624" y="3434674"/>
            <a:ext cx="4084122" cy="311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03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Oregon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Barrett, Hannah</dc:creator>
  <cp:lastModifiedBy>Barrett, Hannah</cp:lastModifiedBy>
  <cp:revision>4</cp:revision>
  <dcterms:created xsi:type="dcterms:W3CDTF">2023-11-17T01:17:58Z</dcterms:created>
  <dcterms:modified xsi:type="dcterms:W3CDTF">2023-11-17T01:42:42Z</dcterms:modified>
</cp:coreProperties>
</file>