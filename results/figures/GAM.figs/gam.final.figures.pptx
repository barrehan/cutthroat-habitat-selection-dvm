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E142-17F8-DE8D-9899-AB254DBFF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06B29-B238-B22B-AA2A-FBA11F533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5962-1F40-5DA0-95D0-9C4E8FED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9EB54-7FBD-F846-E459-04BD088C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54889-F075-8AEA-CC84-D9AA7293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2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1E53-C9CD-7C59-287C-2D489C7B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7D28-CD7C-C9C0-A91F-B87EFA0E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B5D2-9D0C-B01D-6838-3D17A9A7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842A-C6B7-348B-CFAC-4EF7FC03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53DD3-62A9-DA72-5936-2ABA8AFF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0AEA-F1EE-58D8-2ED1-DC463D1A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918E6-DBCF-7B20-9255-51CF3285E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3F51D-100F-7DB2-AEA7-715B64B7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AAC72-8275-FE31-2DDA-965C0B0A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142D-0C77-4A90-FF66-B03D30FD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0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D6F4-E761-1565-3F39-15719E46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9BBD9-61CC-4D71-2E48-C9B944E75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B6F4C-500E-C0DC-D121-831351120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60891-8886-AE0D-CD57-CCD04536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5AF2B-8E1A-A935-7A28-E701BEA7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5D19F-9B7A-8F58-0132-7039C53E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38BD-1869-1A31-70AC-B3A920B5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78713-00EA-B2F0-399A-3F87F272E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2327-8F36-16AB-5349-E1DBC338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5B1E2-3DE5-66B1-9BFE-64DA62E48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EE9DE-23B6-F482-17F9-7426E2126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EE8C7-120C-6A17-E789-9D090F2E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F9FF7-B26F-F264-B204-0297446C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E734C-3ED7-3CEE-7714-9900C0F8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2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836F-F54D-B50F-00A6-72D7D2EC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1955C-0D04-F626-AC8B-1614B53C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6CC20-53DA-146A-65EF-2DCFA918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489E7-7669-F6B3-B22B-94194351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0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C12C9-2190-802D-3511-2B690A3F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05738-CE0C-CCA1-2CD4-3341D94D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C8AE3-D2F4-8AE1-4B85-DE617D48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9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AE73-7870-3519-CBEB-F976C896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BD5-4845-463A-E680-43E47AA1F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41AFA-9B1F-3216-85A9-10390C5C2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CAEC6-F0B0-8141-F382-46AF61EF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0FB71-32B0-025F-CA4B-DE00DB17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737E8-1583-8B30-9138-26F82DA6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8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3BF8-145B-FDF0-D87B-2CDE9A2F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5BF03-C9D1-DD7B-944A-952D8D056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EE67F-1E5E-D8F4-A969-87CC9E600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1A757-2F13-12EE-3D84-D56B5AED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18412-A34E-174E-B1B3-9A2D3109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401C7-0F43-A930-E9CB-B5E3F60E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E35B-4405-236A-F00B-5D949654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6FB94-70BB-00CB-36C8-F78926C16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05AAB-6FD7-133B-D4E3-55EDAD27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B420-2410-9920-78E6-B1D3C2E2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5DC6A-E073-EA95-D79C-548A2E59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6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7F1FE-CA35-A590-5D17-94530FF0C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DCE86-0A8E-4C42-3DEF-5E4BFF74A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98446-7887-2A6A-7FBC-BE639045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2DC1-DFD7-0A5E-1D5B-FBFD9417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C3AD-CC59-7A0D-F734-A216A719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3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B058FD-4A6B-9CBE-6C64-68C3EF4D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E976-8265-099B-8BD6-D2FB1484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ACDC-8A90-ED18-5F7C-74261362B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D4887-3A82-4A78-9495-62F363BE454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5B35C-BEB0-35C6-66E8-6B63CB866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D6A3-CD7B-D1F1-8B89-1327E5392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9891E-B1EB-4F1F-A899-2E781938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2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different graphs&#10;&#10;AI-generated content may be incorrect.">
            <a:extLst>
              <a:ext uri="{FF2B5EF4-FFF2-40B4-BE49-F238E27FC236}">
                <a16:creationId xmlns:a16="http://schemas.microsoft.com/office/drawing/2014/main" id="{2031CBAB-888F-2008-B4A8-90A0756EE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6096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BAEFDD-C704-C079-7520-DD7E9E7CAE44}"/>
              </a:ext>
            </a:extLst>
          </p:cNvPr>
          <p:cNvSpPr txBox="1"/>
          <p:nvPr/>
        </p:nvSpPr>
        <p:spPr>
          <a:xfrm>
            <a:off x="5690276" y="-38100"/>
            <a:ext cx="10839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DO-maximum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5BB0B-0CC7-67AA-DBA2-602C93756D69}"/>
              </a:ext>
            </a:extLst>
          </p:cNvPr>
          <p:cNvSpPr txBox="1"/>
          <p:nvPr/>
        </p:nvSpPr>
        <p:spPr>
          <a:xfrm>
            <a:off x="5699800" y="3391286"/>
            <a:ext cx="105830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DO-minimum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98F58-D944-DD5A-7BA7-A4AC7766A34B}"/>
              </a:ext>
            </a:extLst>
          </p:cNvPr>
          <p:cNvSpPr txBox="1"/>
          <p:nvPr/>
        </p:nvSpPr>
        <p:spPr>
          <a:xfrm>
            <a:off x="3594776" y="-38100"/>
            <a:ext cx="2616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8623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types of oxygen&#10;&#10;AI-generated content may be incorrect.">
            <a:extLst>
              <a:ext uri="{FF2B5EF4-FFF2-40B4-BE49-F238E27FC236}">
                <a16:creationId xmlns:a16="http://schemas.microsoft.com/office/drawing/2014/main" id="{7090D137-E415-F0AA-8C4F-1779246F8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609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64F3EB-09D8-DDEF-6FCF-44052B009051}"/>
              </a:ext>
            </a:extLst>
          </p:cNvPr>
          <p:cNvSpPr txBox="1"/>
          <p:nvPr/>
        </p:nvSpPr>
        <p:spPr>
          <a:xfrm>
            <a:off x="5690276" y="-38100"/>
            <a:ext cx="10839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DO-maximum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5C1E3-0DC6-A730-8D03-DD6550B4AB19}"/>
              </a:ext>
            </a:extLst>
          </p:cNvPr>
          <p:cNvSpPr txBox="1"/>
          <p:nvPr/>
        </p:nvSpPr>
        <p:spPr>
          <a:xfrm>
            <a:off x="5699800" y="3391286"/>
            <a:ext cx="105830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DO-minimum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E4517-7061-68BE-CAB0-1CC39A1C40DB}"/>
              </a:ext>
            </a:extLst>
          </p:cNvPr>
          <p:cNvSpPr txBox="1"/>
          <p:nvPr/>
        </p:nvSpPr>
        <p:spPr>
          <a:xfrm>
            <a:off x="3594776" y="-38100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5868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Barrett, Hannah</dc:creator>
  <cp:lastModifiedBy>Barrett, Hannah</cp:lastModifiedBy>
  <cp:revision>1</cp:revision>
  <dcterms:created xsi:type="dcterms:W3CDTF">2025-12-09T21:30:12Z</dcterms:created>
  <dcterms:modified xsi:type="dcterms:W3CDTF">2025-12-10T17:23:39Z</dcterms:modified>
</cp:coreProperties>
</file>